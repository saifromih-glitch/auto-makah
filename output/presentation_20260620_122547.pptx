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Test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2026-06-20 12:25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